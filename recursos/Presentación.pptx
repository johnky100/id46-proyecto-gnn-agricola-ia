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117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9E01D-6766-EE92-AA53-8DA08B0336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1D1D68C-5DCC-F2E7-6333-2CE1086C0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0AD1EAD-3606-F92C-D361-3185D50FC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15399F-579F-E2B7-8C57-81B8F412B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3BACFA-D414-5448-E03B-8F01B485E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931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51369A-A0FC-258C-5BAB-DE0B07F1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B9E5FE-8D7E-3597-5594-B3E7DA62C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7520DC-6F0A-3719-A5A2-87FE68C84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E3AD38-7849-EF14-DB6E-390C8C4A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9A39E5-F8DF-A51A-D4AF-3F7CB9B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42121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0E1B3-BEAE-1D6D-B6CE-5EF09E4FB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D6E7F3-40B2-CF62-4220-67BAA25E6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3516C6-8F92-0FC0-178D-0EDFA92C5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1338E4-7942-6416-C5DC-94E4D06B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EAF200-F8C1-BBD4-3457-7F135E3B8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6595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4D1FE8-2CD2-7D06-2DE8-8511BA4F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2275F1-9BC4-0F3A-DD04-19EBAAFEC7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C68C8C-5783-932C-AACB-7DC2855398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B86F36A-083A-9F6C-4AE9-9B986236C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8B2B97B-9F8A-4C33-1B73-8BD335BDB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9C542D1-EA29-0E28-619D-BD31714B6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18661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669A88-F213-4CC6-6B7F-53F3816C2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F8B52E9-F45C-1223-6B9A-C8EF5977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8E644B3-BE0F-0F0E-D8D6-22C5914B2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EAC390-39A6-C368-860B-3651097F2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F094F4F-FE6B-14F3-2B46-0FDD63611C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5B7007F-9641-CAB9-456D-18702F247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FAEA71A-E0F5-F3EF-7837-8EF958195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4215C4E-F629-C30B-4576-2A0EA084B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92582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33BDF7-3B7E-220B-E7E6-BAA784D9D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B36FF4E-C497-D428-4AF2-16B82B3BC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77D3C4-D2A5-F912-5249-E6B713EA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E5B1EC-0623-A1C5-4E07-66740FB7F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8717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B731A9F-0FBA-347A-656E-5CF065F3A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270CE3-3401-17AF-42DD-1F65DFD50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3D7E1F-A9AA-5B58-401F-8E8BBDC0F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08796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DB52BF-4467-A36C-37E7-2F5BFC151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C91C16-D31C-D50E-8D49-CF05A00E2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960B44-FBD5-5805-8C26-2FA6ACF3E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268B17-29BF-B549-CAA1-2CCD1D0D6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CCECD2-95DC-C255-E475-897F18DA3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85DE49-8F39-9916-9DE5-88E560E63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99090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DB10E-AC56-552F-7691-CFBD53613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01497D7-377D-5038-0356-49DB4B47C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25E9294-EAF6-754E-141D-225BD62B91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1D2BECD-B317-0536-D64F-8E837BBFE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EA1A7A6-287C-716F-7CE8-0E38EE7DB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85D39C-6218-4545-B26C-0A5E89C6A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6687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9C6B15-D349-CAD7-2876-835598595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E84C2D-A24E-ED42-9C37-A2FA71785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BEE4D9-C14A-0A2D-85AE-C78193745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A6DD36A-5B22-DD76-493A-BD0130AC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86EB1C7-8224-14CA-CFA1-B46E24F05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7009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F7C8A4C-6C58-1344-0EBE-95A240D67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9C7C68B-E6C2-36F2-6B06-E801AF324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8FE521-C9E2-583D-FB1A-9BB85139B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82E0EE-81D5-83F0-7659-DFDB2A67D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86EB19-677D-AA88-BEAB-F9238918F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822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4F4F26-27AF-F56C-C763-05AA6A2F9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9C3D17-A7BE-B838-46DA-A23EED9F2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233894-CA7E-D08D-7ED7-F21ABA646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7F5C3C-F367-4ED0-BAA0-5756537B313A}" type="datetimeFigureOut">
              <a:rPr lang="es-CO" smtClean="0"/>
              <a:t>22/07/2026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017A4B-A4A7-2BF4-1397-B2BA957B6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D3E717-81D0-3C62-C131-40FB0C66C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09612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4281C62-2540-A165-DF47-2A59070DA6C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108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E63E-3B38-3E2C-45BF-479F6DFA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C00F893-60E7-D1EF-8C78-C0891DB65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1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56B3-FA1F-B125-7D25-0EADFA9E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2E6C393-2022-490C-C67F-2BB1DA020D3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6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4E267D-0FE1-B5A4-2879-DBAB22DCE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BB02549-C25A-4E04-BE16-663C006229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5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7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F41F3-73C6-CBA1-F0B0-8A7F594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999D7BA-22AA-3DB3-89AF-0E3016E4AA7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11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E008-C6FF-D6F6-D48C-85B38ED2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D1084420-56CD-3D34-CB47-98A1D6DDE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17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2DEA-5867-C1AB-90F3-D695D83A6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1DCF3F3-73C6-CDC3-B846-11DEC7AA5E9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596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1A8F-2806-5D9A-1D20-FB673E25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7F051F5-7709-CE23-89D0-237DA979B79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38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DCDE2-D097-26B4-5A23-0A6B92A5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91ECF4-8FB6-D6ED-5A14-FF17F3AABD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275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1102</TotalTime>
  <Words>0</Words>
  <Application>Microsoft Office PowerPoint</Application>
  <PresentationFormat>Panorámica</PresentationFormat>
  <Paragraphs>0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jpradop@unbosque.edu.co</cp:lastModifiedBy>
  <cp:revision>3</cp:revision>
  <dcterms:created xsi:type="dcterms:W3CDTF">2026-07-14T03:47:41Z</dcterms:created>
  <dcterms:modified xsi:type="dcterms:W3CDTF">2026-07-23T22:26:45Z</dcterms:modified>
</cp:coreProperties>
</file>