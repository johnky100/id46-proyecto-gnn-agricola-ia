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71" r:id="rId5"/>
    <p:sldId id="272" r:id="rId6"/>
    <p:sldId id="273" r:id="rId7"/>
    <p:sldId id="274" r:id="rId8"/>
    <p:sldId id="275" r:id="rId9"/>
    <p:sldId id="270" r:id="rId10"/>
    <p:sldId id="262" r:id="rId11"/>
    <p:sldId id="261" r:id="rId12"/>
    <p:sldId id="268" r:id="rId13"/>
    <p:sldId id="265" r:id="rId14"/>
    <p:sldId id="263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3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9E01D-6766-EE92-AA53-8DA08B033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D1D68C-5DCC-F2E7-6333-2CE1086C0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AD1EAD-3606-F92C-D361-3185D50FC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5C3C-F367-4ED0-BAA0-5756537B313A}" type="datetimeFigureOut">
              <a:rPr lang="es-CO" smtClean="0"/>
              <a:t>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15399F-579F-E2B7-8C57-81B8F412B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3BACFA-D414-5448-E03B-8F01B485E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1C1-73DB-4551-A056-C293AB90D5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931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1369A-A0FC-258C-5BAB-DE0B07F1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B9E5FE-8D7E-3597-5594-B3E7DA62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7520DC-6F0A-3719-A5A2-87FE68C8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5C3C-F367-4ED0-BAA0-5756537B313A}" type="datetimeFigureOut">
              <a:rPr lang="es-CO" smtClean="0"/>
              <a:t>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E3AD38-7849-EF14-DB6E-390C8C4A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9A39E5-F8DF-A51A-D4AF-3F7CB9B1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1C1-73DB-4551-A056-C293AB90D5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212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0E1B3-BEAE-1D6D-B6CE-5EF09E4FB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D6E7F3-40B2-CF62-4220-67BAA25E6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3516C6-8F92-0FC0-178D-0EDFA92C5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5C3C-F367-4ED0-BAA0-5756537B313A}" type="datetimeFigureOut">
              <a:rPr lang="es-CO" smtClean="0"/>
              <a:t>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1338E4-7942-6416-C5DC-94E4D06B4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EAF200-F8C1-BBD4-3457-7F135E3B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1C1-73DB-4551-A056-C293AB90D5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659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4D1FE8-2CD2-7D06-2DE8-8511BA4F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275F1-9BC4-0F3A-DD04-19EBAAFEC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C68C8C-5783-932C-AACB-7DC285539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86F36A-083A-9F6C-4AE9-9B986236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5C3C-F367-4ED0-BAA0-5756537B313A}" type="datetimeFigureOut">
              <a:rPr lang="es-CO" smtClean="0"/>
              <a:t>7/08/2026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B2B97B-9F8A-4C33-1B73-8BD335BDB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C542D1-EA29-0E28-619D-BD31714B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1C1-73DB-4551-A056-C293AB90D5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8661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69A88-F213-4CC6-6B7F-53F3816C2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8B52E9-F45C-1223-6B9A-C8EF5977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E644B3-BE0F-0F0E-D8D6-22C5914B2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EAC390-39A6-C368-860B-3651097F2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F094F4F-FE6B-14F3-2B46-0FDD63611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B7007F-9641-CAB9-456D-18702F24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5C3C-F367-4ED0-BAA0-5756537B313A}" type="datetimeFigureOut">
              <a:rPr lang="es-CO" smtClean="0"/>
              <a:t>7/08/2026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FAEA71A-E0F5-F3EF-7837-8EF958195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215C4E-F629-C30B-4576-2A0EA084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1C1-73DB-4551-A056-C293AB90D5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258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3BDF7-3B7E-220B-E7E6-BAA784D9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36FF4E-C497-D428-4AF2-16B82B3B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5C3C-F367-4ED0-BAA0-5756537B313A}" type="datetimeFigureOut">
              <a:rPr lang="es-CO" smtClean="0"/>
              <a:t>7/08/2026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77D3C4-D2A5-F912-5249-E6B713EA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E5B1EC-0623-A1C5-4E07-66740FB7F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1C1-73DB-4551-A056-C293AB90D5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8717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B731A9F-0FBA-347A-656E-5CF065F3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5C3C-F367-4ED0-BAA0-5756537B313A}" type="datetimeFigureOut">
              <a:rPr lang="es-CO" smtClean="0"/>
              <a:t>7/08/2026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4270CE3-3401-17AF-42DD-1F65DFD50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3D7E1F-A9AA-5B58-401F-8E8BBDC0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1C1-73DB-4551-A056-C293AB90D5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879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B52BF-4467-A36C-37E7-2F5BFC151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C91C16-D31C-D50E-8D49-CF05A00E2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960B44-FBD5-5805-8C26-2FA6ACF3E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268B17-29BF-B549-CAA1-2CCD1D0D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5C3C-F367-4ED0-BAA0-5756537B313A}" type="datetimeFigureOut">
              <a:rPr lang="es-CO" smtClean="0"/>
              <a:t>7/08/2026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CCECD2-95DC-C255-E475-897F18DA3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85DE49-8F39-9916-9DE5-88E560E63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1C1-73DB-4551-A056-C293AB90D5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9090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DB10E-AC56-552F-7691-CFBD53613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01497D7-377D-5038-0356-49DB4B47C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5E9294-EAF6-754E-141D-225BD62B9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D2BECD-B317-0536-D64F-8E837BBF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5C3C-F367-4ED0-BAA0-5756537B313A}" type="datetimeFigureOut">
              <a:rPr lang="es-CO" smtClean="0"/>
              <a:t>7/08/2026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A1A7A6-287C-716F-7CE8-0E38EE7DB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85D39C-6218-4545-B26C-0A5E89C6A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1C1-73DB-4551-A056-C293AB90D5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668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C6B15-D349-CAD7-2876-83559859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E84C2D-A24E-ED42-9C37-A2FA71785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BEE4D9-C14A-0A2D-85AE-C78193745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5C3C-F367-4ED0-BAA0-5756537B313A}" type="datetimeFigureOut">
              <a:rPr lang="es-CO" smtClean="0"/>
              <a:t>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6DD36A-5B22-DD76-493A-BD0130AC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6EB1C7-8224-14CA-CFA1-B46E24F0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1C1-73DB-4551-A056-C293AB90D5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7009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F7C8A4C-6C58-1344-0EBE-95A240D67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C7C68B-E6C2-36F2-6B06-E801AF324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8FE521-C9E2-583D-FB1A-9BB85139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F5C3C-F367-4ED0-BAA0-5756537B313A}" type="datetimeFigureOut">
              <a:rPr lang="es-CO" smtClean="0"/>
              <a:t>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82E0EE-81D5-83F0-7659-DFDB2A67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86EB19-677D-AA88-BEAB-F9238918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1C1-73DB-4551-A056-C293AB90D5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228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4F4F26-27AF-F56C-C763-05AA6A2F9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9C3D17-A7BE-B838-46DA-A23EED9F2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233894-CA7E-D08D-7ED7-F21ABA646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F5C3C-F367-4ED0-BAA0-5756537B313A}" type="datetimeFigureOut">
              <a:rPr lang="es-CO" smtClean="0"/>
              <a:t>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017A4B-A4A7-2BF4-1397-B2BA957B6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D3E717-81D0-3C62-C131-40FB0C66C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8E51C1-73DB-4551-A056-C293AB90D5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961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C8EE8E4-A873-4684-221E-A58F6054AA5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08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2E63E-3B38-3E2C-45BF-479F6DFA3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3E46E5A-1A7E-1C96-93A1-32CC8A92D82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1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856B3-FA1F-B125-7D25-0EADFA9ED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11601A8-ED35-9604-681D-783B329EC1F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6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67CEF402-4957-BE57-1BDE-CDAC945D6D34}"/>
              </a:ext>
            </a:extLst>
          </p:cNvPr>
          <p:cNvGrpSpPr/>
          <p:nvPr/>
        </p:nvGrpSpPr>
        <p:grpSpPr>
          <a:xfrm>
            <a:off x="-92597" y="1282"/>
            <a:ext cx="12284596" cy="6856718"/>
            <a:chOff x="-92597" y="1282"/>
            <a:chExt cx="12284596" cy="6856718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66663ABA-F016-CDF1-7BD4-B75CC0EE3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8207" r="1" b="1"/>
            <a:stretch>
              <a:fillRect/>
            </a:stretch>
          </p:blipFill>
          <p:spPr>
            <a:xfrm>
              <a:off x="694480" y="1282"/>
              <a:ext cx="11497519" cy="6856718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8B7695CF-FCA2-153E-683B-1488E7454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2518"/>
            <a:stretch>
              <a:fillRect/>
            </a:stretch>
          </p:blipFill>
          <p:spPr>
            <a:xfrm>
              <a:off x="-92597" y="1017427"/>
              <a:ext cx="4201610" cy="5724827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570212C8-50AA-C114-06A7-0F883A0BF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22111" y="1433633"/>
              <a:ext cx="1747223" cy="1078074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84DE46E6-FB3B-1DA1-E5D3-8176EA1E7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9504" y="812030"/>
              <a:ext cx="2004410" cy="5058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642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04B34C2-AED6-8BB2-189D-BA661B1A1CE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3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D3A85-BA10-DE56-97FF-8B2D86CD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3F350E-E174-A3C5-73C0-2FAB8038C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79266FB-1D11-63F6-16F1-4AC5F7CA8A7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74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BE2199C-2E7F-D9C6-944E-6E02287C55E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05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F288877-5C26-560B-ADCC-C8569D2BD0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630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D7A149FC-B68E-3E8B-6A69-B921D7766BC8}"/>
              </a:ext>
            </a:extLst>
          </p:cNvPr>
          <p:cNvGrpSpPr/>
          <p:nvPr/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45358147-033F-0A8C-36A9-9046E7D11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3538" y="0"/>
              <a:ext cx="11798461" cy="6857999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53B73BBB-DA2A-8A05-232D-79D726C7B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4025"/>
            <a:stretch>
              <a:fillRect/>
            </a:stretch>
          </p:blipFill>
          <p:spPr>
            <a:xfrm>
              <a:off x="0" y="849117"/>
              <a:ext cx="4363656" cy="515976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1EDA3910-C81F-F083-A622-DE59B1BF2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87785" y="0"/>
              <a:ext cx="976812" cy="1067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83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1A8F-2806-5D9A-1D20-FB673E25E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23FB7B-DDF7-18D9-A9E3-C71B0469EB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38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A2DEA-5867-C1AB-90F3-D695D83A6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DCF3F3-73C6-CDC3-B846-11DEC7AA5E9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96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9640-23D6-FC07-532B-5AAC0D19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6519D9-B190-1357-D772-9AA2FA07EB7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28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1E1B-B1E6-F0E2-6AD9-2817ACA17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4ECCE09-A6B6-E8A2-C1F0-C2E3CE03B94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489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DCDE2-D097-26B4-5A23-0A6B92A5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91ECF4-8FB6-D6ED-5A14-FF17F3AABD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75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3240</TotalTime>
  <Words>0</Words>
  <Application>Microsoft Office PowerPoint</Application>
  <PresentationFormat>Panorámica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jpradop@unbosque.edu.co</cp:lastModifiedBy>
  <cp:revision>14</cp:revision>
  <dcterms:created xsi:type="dcterms:W3CDTF">2026-07-14T03:47:41Z</dcterms:created>
  <dcterms:modified xsi:type="dcterms:W3CDTF">2026-08-08T02:16:20Z</dcterms:modified>
</cp:coreProperties>
</file>